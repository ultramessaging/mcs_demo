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53"/>
    <p:restoredTop sz="94689"/>
  </p:normalViewPr>
  <p:slideViewPr>
    <p:cSldViewPr snapToGrid="0" snapToObjects="1">
      <p:cViewPr varScale="1">
        <p:scale>
          <a:sx n="92" d="100"/>
          <a:sy n="92" d="100"/>
        </p:scale>
        <p:origin x="63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737FF-97C2-174E-A95F-2185969F96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6051B4-9BAB-F945-8044-468DC6EAE6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1A17C5-1E76-F54A-8E33-842651A63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F8C3E-267A-5347-9FF5-3C775BC7331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338D27-FDC8-DF47-904E-7FD31D07E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8F7BEB-2569-9E45-824A-DA4D90D39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93267-51B0-CC48-9EA9-A9054BAE5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037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2CBCF-2117-4E45-88EE-7BCF3E414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8673AF-E708-E342-94DD-8B7EA66972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CC6E1-6683-484D-B97C-E98107890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F8C3E-267A-5347-9FF5-3C775BC7331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9D0B8C-76AE-9A46-9910-104FE1369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29911-D8B6-BC4D-96A3-011A9B4F1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93267-51B0-CC48-9EA9-A9054BAE5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8616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82B04-BBB1-7B4D-BB28-75E8E8FB5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EF9225-02A0-0144-AD67-52AA255658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8DC5A-6BF3-7D43-B1F4-18F642D41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F8C3E-267A-5347-9FF5-3C775BC7331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3FF7A4-7D91-1342-8F04-707B98CFA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D5B4FE-397E-064F-86FB-B68CCFA4B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93267-51B0-CC48-9EA9-A9054BAE5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317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BED32-F941-DA49-AB0F-758F1692B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B6E0E-0005-5744-81AF-F797CB358A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DDDA5-EDBA-934C-BE59-C9551E5C3C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C67744-B99B-3E44-A6C2-3DE501A95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F8C3E-267A-5347-9FF5-3C775BC7331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FD9DF1-27FA-A84E-9D35-565B7B542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5CB07B-5F24-4E4C-8AA8-A5FF2CBBD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93267-51B0-CC48-9EA9-A9054BAE5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547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DCD28-BC3B-5945-9B1E-1F9D9AD57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6C80E4-A9D9-2740-A150-B044560AAC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E5F018-1307-AC4E-BBF1-0FE0ED5066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DB8F20-8286-2A42-ACF2-34076C9517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1C790F-5231-3340-A6AA-D4B1C920EE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56359D-10E7-5347-A38E-84488FB1C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F8C3E-267A-5347-9FF5-3C775BC7331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3BDA49-DF60-3C4B-9912-66B3A0331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482376-2CD8-BA4E-98B3-8E761DCA1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93267-51B0-CC48-9EA9-A9054BAE5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415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8E10D-D4D0-7046-99E0-619F00961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09DABD-F572-564E-8227-F834606AD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F8C3E-267A-5347-9FF5-3C775BC7331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A6205D-67AA-B044-88D4-262AC1DD0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3D8819-DBB4-E54D-87A0-715953DBD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93267-51B0-CC48-9EA9-A9054BAE5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765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962F89-9CA3-6D4B-AC18-637D3BE9A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F8C3E-267A-5347-9FF5-3C775BC7331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7FF89C-ED00-A445-AB5F-C55181702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5580C5-AEF0-C644-AF2D-569A75F04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93267-51B0-CC48-9EA9-A9054BAE5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215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BD2A9-2D49-5746-97DF-94D3F9C17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755C1-F6BE-B64D-961E-A197249867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C263BE-C054-6E4A-ACF4-6DE317A0DC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513E45-5B65-964C-B4C5-2A5D2E65B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F8C3E-267A-5347-9FF5-3C775BC7331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4741D2-294D-D74B-AFC3-36B13604E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328A1F-7A1E-7C4F-8F2E-53147FB95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93267-51B0-CC48-9EA9-A9054BAE5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934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32AB5-B660-5446-9464-01D1063BA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DCFCAD-4828-4C4A-B00B-3480DE558C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04DBFA-C56E-584C-9AA1-F8E84FA413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489F29-C047-1645-8202-585CFF849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F8C3E-267A-5347-9FF5-3C775BC7331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6CD55A-B830-7743-A16C-C5D2A3BC1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D28BC9-BF33-F444-B2F2-C7FA321AF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93267-51B0-CC48-9EA9-A9054BAE5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343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7A6CB-B4F9-FC4C-8742-A534EE108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EE75F8-2F2A-264A-ACB2-DF6931F228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F9BEE-3236-0D48-8F93-FFAE89ECF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F8C3E-267A-5347-9FF5-3C775BC7331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464E2C-0DDD-DC48-8BD8-30D3B5587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6A7EC4-C217-9D47-A9C4-D846E967C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93267-51B0-CC48-9EA9-A9054BAE5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891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088F29-2433-5B43-9297-F24806AEB3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A91560-1D6C-9E40-A536-5E15973BFC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63B9DB-0F2B-6F4C-8585-3A7F0C151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F8C3E-267A-5347-9FF5-3C775BC7331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7453F9-F11A-4648-8C43-2FC5F65AE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E74222-253E-D64E-B2AF-23CA2A74D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93267-51B0-CC48-9EA9-A9054BAE5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859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61979B-A4D7-A144-A09D-410D85D9C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C03F95-2634-784A-B54F-63D6932339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CB5B1A-A172-DD49-A715-C1C18C7F4A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9F8C3E-267A-5347-9FF5-3C775BC7331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C46717-BF47-CD45-B6A7-FD3B47E5A8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851EB-268F-EA4D-9C21-911870AEB5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D93267-51B0-CC48-9EA9-A9054BAE5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92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1008E7CE-4789-2593-918F-42B9687051F2}"/>
              </a:ext>
            </a:extLst>
          </p:cNvPr>
          <p:cNvSpPr/>
          <p:nvPr/>
        </p:nvSpPr>
        <p:spPr>
          <a:xfrm>
            <a:off x="5483136" y="2297607"/>
            <a:ext cx="1164772" cy="1186543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076FEF-4F1C-ED9A-8687-74F5E6056F03}"/>
              </a:ext>
            </a:extLst>
          </p:cNvPr>
          <p:cNvSpPr txBox="1"/>
          <p:nvPr/>
        </p:nvSpPr>
        <p:spPr>
          <a:xfrm>
            <a:off x="5833663" y="2522942"/>
            <a:ext cx="4637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DRO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B33E12C-98CE-4E25-F1E5-C274217045F2}"/>
              </a:ext>
            </a:extLst>
          </p:cNvPr>
          <p:cNvCxnSpPr>
            <a:stCxn id="2" idx="1"/>
            <a:endCxn id="2" idx="3"/>
          </p:cNvCxnSpPr>
          <p:nvPr/>
        </p:nvCxnSpPr>
        <p:spPr>
          <a:xfrm>
            <a:off x="5653713" y="2471372"/>
            <a:ext cx="0" cy="83901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6786431-32D2-01A1-E57F-45E0A2E24FC8}"/>
              </a:ext>
            </a:extLst>
          </p:cNvPr>
          <p:cNvCxnSpPr>
            <a:cxnSpLocks/>
            <a:stCxn id="2" idx="7"/>
            <a:endCxn id="2" idx="5"/>
          </p:cNvCxnSpPr>
          <p:nvPr/>
        </p:nvCxnSpPr>
        <p:spPr>
          <a:xfrm>
            <a:off x="6477331" y="2471372"/>
            <a:ext cx="0" cy="83901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5EBEA07-7B12-00D8-B048-03C451416D3D}"/>
              </a:ext>
            </a:extLst>
          </p:cNvPr>
          <p:cNvCxnSpPr>
            <a:cxnSpLocks/>
            <a:stCxn id="2" idx="2"/>
          </p:cNvCxnSpPr>
          <p:nvPr/>
        </p:nvCxnSpPr>
        <p:spPr>
          <a:xfrm flipH="1">
            <a:off x="4034463" y="2890879"/>
            <a:ext cx="144867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75DA563-6A2F-D953-2DAD-C1D7A24FEAC7}"/>
              </a:ext>
            </a:extLst>
          </p:cNvPr>
          <p:cNvCxnSpPr/>
          <p:nvPr/>
        </p:nvCxnSpPr>
        <p:spPr>
          <a:xfrm>
            <a:off x="4060847" y="1164132"/>
            <a:ext cx="0" cy="235458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32B29C3-E947-0FA2-594E-D6A85F6C7A3C}"/>
              </a:ext>
            </a:extLst>
          </p:cNvPr>
          <p:cNvCxnSpPr/>
          <p:nvPr/>
        </p:nvCxnSpPr>
        <p:spPr>
          <a:xfrm>
            <a:off x="8145167" y="1265775"/>
            <a:ext cx="0" cy="235458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01683A0-2727-F87F-EF77-F80AEE146EFC}"/>
              </a:ext>
            </a:extLst>
          </p:cNvPr>
          <p:cNvCxnSpPr>
            <a:cxnSpLocks/>
            <a:endCxn id="2" idx="6"/>
          </p:cNvCxnSpPr>
          <p:nvPr/>
        </p:nvCxnSpPr>
        <p:spPr>
          <a:xfrm flipH="1">
            <a:off x="6647908" y="2890878"/>
            <a:ext cx="1470875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082ECAE9-4F99-29E4-CDCF-303762E73BEF}"/>
              </a:ext>
            </a:extLst>
          </p:cNvPr>
          <p:cNvSpPr txBox="1"/>
          <p:nvPr/>
        </p:nvSpPr>
        <p:spPr>
          <a:xfrm>
            <a:off x="4977076" y="1887005"/>
            <a:ext cx="5164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TRD1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1294F85-A1A1-7480-E5A9-514AC8D8D6D4}"/>
              </a:ext>
            </a:extLst>
          </p:cNvPr>
          <p:cNvSpPr txBox="1"/>
          <p:nvPr/>
        </p:nvSpPr>
        <p:spPr>
          <a:xfrm>
            <a:off x="7087812" y="1891024"/>
            <a:ext cx="5164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TRD2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70B2FC4-389E-8501-CC9B-99BEEF2EC6A9}"/>
              </a:ext>
            </a:extLst>
          </p:cNvPr>
          <p:cNvSpPr/>
          <p:nvPr/>
        </p:nvSpPr>
        <p:spPr>
          <a:xfrm>
            <a:off x="943937" y="2318290"/>
            <a:ext cx="1348734" cy="921475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0278269-6276-2859-9DF9-FC86A64E0FE8}"/>
              </a:ext>
            </a:extLst>
          </p:cNvPr>
          <p:cNvSpPr txBox="1"/>
          <p:nvPr/>
        </p:nvSpPr>
        <p:spPr>
          <a:xfrm>
            <a:off x="1266157" y="2368406"/>
            <a:ext cx="6424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/>
              <a:t>umesrc</a:t>
            </a:r>
            <a:endParaRPr lang="en-US" sz="1200" dirty="0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F13B567-00AB-743C-8710-41E2B8187CA2}"/>
              </a:ext>
            </a:extLst>
          </p:cNvPr>
          <p:cNvCxnSpPr>
            <a:cxnSpLocks/>
            <a:endCxn id="43" idx="3"/>
          </p:cNvCxnSpPr>
          <p:nvPr/>
        </p:nvCxnSpPr>
        <p:spPr>
          <a:xfrm flipH="1">
            <a:off x="2292671" y="2779027"/>
            <a:ext cx="1768176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76F51C10-3D38-415B-12FC-8A887465D830}"/>
              </a:ext>
            </a:extLst>
          </p:cNvPr>
          <p:cNvSpPr/>
          <p:nvPr/>
        </p:nvSpPr>
        <p:spPr>
          <a:xfrm>
            <a:off x="8998788" y="3393212"/>
            <a:ext cx="1348734" cy="921475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3D3C157-9605-0899-1F3C-ED7FA9A16BA9}"/>
              </a:ext>
            </a:extLst>
          </p:cNvPr>
          <p:cNvSpPr txBox="1"/>
          <p:nvPr/>
        </p:nvSpPr>
        <p:spPr>
          <a:xfrm>
            <a:off x="9321008" y="3443328"/>
            <a:ext cx="6504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/>
              <a:t>umercv</a:t>
            </a:r>
            <a:endParaRPr lang="en-US" sz="1200" dirty="0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140F52ED-7424-6ECE-D32F-77D5A3211581}"/>
              </a:ext>
            </a:extLst>
          </p:cNvPr>
          <p:cNvCxnSpPr>
            <a:cxnSpLocks/>
          </p:cNvCxnSpPr>
          <p:nvPr/>
        </p:nvCxnSpPr>
        <p:spPr>
          <a:xfrm flipH="1">
            <a:off x="8145167" y="3030990"/>
            <a:ext cx="152798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F6F6A44C-597C-ECD1-19F8-D4B39712C401}"/>
              </a:ext>
            </a:extLst>
          </p:cNvPr>
          <p:cNvSpPr/>
          <p:nvPr/>
        </p:nvSpPr>
        <p:spPr>
          <a:xfrm>
            <a:off x="2601281" y="3748414"/>
            <a:ext cx="972215" cy="395151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0DF61A6A-D85B-1965-4CFF-F313BFE95EA6}"/>
              </a:ext>
            </a:extLst>
          </p:cNvPr>
          <p:cNvSpPr/>
          <p:nvPr/>
        </p:nvSpPr>
        <p:spPr>
          <a:xfrm>
            <a:off x="2601280" y="4404572"/>
            <a:ext cx="972215" cy="395151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61DB4AD-FA6A-B47E-40AC-BD4041BF42B7}"/>
              </a:ext>
            </a:extLst>
          </p:cNvPr>
          <p:cNvSpPr/>
          <p:nvPr/>
        </p:nvSpPr>
        <p:spPr>
          <a:xfrm>
            <a:off x="2430501" y="4247254"/>
            <a:ext cx="1348734" cy="354894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C4CAEF5B-4018-05A3-76AA-32D56BA6A298}"/>
              </a:ext>
            </a:extLst>
          </p:cNvPr>
          <p:cNvCxnSpPr>
            <a:cxnSpLocks/>
            <a:stCxn id="55" idx="2"/>
            <a:endCxn id="56" idx="2"/>
          </p:cNvCxnSpPr>
          <p:nvPr/>
        </p:nvCxnSpPr>
        <p:spPr>
          <a:xfrm flipH="1">
            <a:off x="2601280" y="3945990"/>
            <a:ext cx="1" cy="6561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554E3AC-CA6B-B3D9-C96C-E737FD32D4B6}"/>
              </a:ext>
            </a:extLst>
          </p:cNvPr>
          <p:cNvCxnSpPr>
            <a:cxnSpLocks/>
            <a:stCxn id="55" idx="6"/>
            <a:endCxn id="56" idx="6"/>
          </p:cNvCxnSpPr>
          <p:nvPr/>
        </p:nvCxnSpPr>
        <p:spPr>
          <a:xfrm flipH="1">
            <a:off x="3573495" y="3945990"/>
            <a:ext cx="1" cy="6561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5E0AD39D-14F2-8F64-187F-8689BAB29E9C}"/>
              </a:ext>
            </a:extLst>
          </p:cNvPr>
          <p:cNvCxnSpPr>
            <a:cxnSpLocks/>
            <a:endCxn id="55" idx="0"/>
          </p:cNvCxnSpPr>
          <p:nvPr/>
        </p:nvCxnSpPr>
        <p:spPr>
          <a:xfrm>
            <a:off x="3087387" y="3291060"/>
            <a:ext cx="2" cy="45735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908D85A1-8A32-34DF-C1B0-13FB4D26EB4D}"/>
              </a:ext>
            </a:extLst>
          </p:cNvPr>
          <p:cNvCxnSpPr>
            <a:cxnSpLocks/>
          </p:cNvCxnSpPr>
          <p:nvPr/>
        </p:nvCxnSpPr>
        <p:spPr>
          <a:xfrm flipV="1">
            <a:off x="3061003" y="3258816"/>
            <a:ext cx="998599" cy="1428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8E75757E-A0DD-4E3B-C3FD-14766B02C37D}"/>
              </a:ext>
            </a:extLst>
          </p:cNvPr>
          <p:cNvSpPr txBox="1"/>
          <p:nvPr/>
        </p:nvSpPr>
        <p:spPr>
          <a:xfrm>
            <a:off x="2829144" y="3807489"/>
            <a:ext cx="5145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Store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D997978E-F889-B35F-70DC-1D18419A232F}"/>
              </a:ext>
            </a:extLst>
          </p:cNvPr>
          <p:cNvSpPr/>
          <p:nvPr/>
        </p:nvSpPr>
        <p:spPr>
          <a:xfrm>
            <a:off x="8874923" y="1405880"/>
            <a:ext cx="1348734" cy="921475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26B30CA-2190-7AEA-F665-227C68462423}"/>
              </a:ext>
            </a:extLst>
          </p:cNvPr>
          <p:cNvSpPr txBox="1"/>
          <p:nvPr/>
        </p:nvSpPr>
        <p:spPr>
          <a:xfrm>
            <a:off x="9477497" y="1409145"/>
            <a:ext cx="4070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SRS</a:t>
            </a:r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57B49E3E-29D7-A21C-66AC-635ED8A9F3D8}"/>
              </a:ext>
            </a:extLst>
          </p:cNvPr>
          <p:cNvCxnSpPr>
            <a:cxnSpLocks/>
          </p:cNvCxnSpPr>
          <p:nvPr/>
        </p:nvCxnSpPr>
        <p:spPr>
          <a:xfrm flipH="1">
            <a:off x="8118783" y="2036168"/>
            <a:ext cx="76434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Oval 80">
            <a:extLst>
              <a:ext uri="{FF2B5EF4-FFF2-40B4-BE49-F238E27FC236}">
                <a16:creationId xmlns:a16="http://schemas.microsoft.com/office/drawing/2014/main" id="{2747E4E4-EB3F-9413-2353-DFEF91A6DE6D}"/>
              </a:ext>
            </a:extLst>
          </p:cNvPr>
          <p:cNvSpPr/>
          <p:nvPr/>
        </p:nvSpPr>
        <p:spPr>
          <a:xfrm>
            <a:off x="1212487" y="1605123"/>
            <a:ext cx="4441226" cy="2967064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89FB64D9-39D4-F6DC-8FBA-36EF20AD0EC1}"/>
              </a:ext>
            </a:extLst>
          </p:cNvPr>
          <p:cNvSpPr/>
          <p:nvPr/>
        </p:nvSpPr>
        <p:spPr>
          <a:xfrm>
            <a:off x="6477331" y="1824643"/>
            <a:ext cx="4770727" cy="2130334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AC5FB94C-D2E0-E01E-391D-D0882A7A8A82}"/>
              </a:ext>
            </a:extLst>
          </p:cNvPr>
          <p:cNvSpPr/>
          <p:nvPr/>
        </p:nvSpPr>
        <p:spPr>
          <a:xfrm>
            <a:off x="4137940" y="5651452"/>
            <a:ext cx="1348734" cy="921475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2ECDD8A-F200-3EAF-5C41-9F78D8307549}"/>
              </a:ext>
            </a:extLst>
          </p:cNvPr>
          <p:cNvSpPr txBox="1"/>
          <p:nvPr/>
        </p:nvSpPr>
        <p:spPr>
          <a:xfrm>
            <a:off x="4555025" y="5651452"/>
            <a:ext cx="5544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/>
              <a:t>lbmrd</a:t>
            </a:r>
            <a:endParaRPr lang="en-US" sz="1200" dirty="0"/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764D15D4-2AA9-E50E-E5B1-0D88A206F4CF}"/>
              </a:ext>
            </a:extLst>
          </p:cNvPr>
          <p:cNvCxnSpPr>
            <a:cxnSpLocks/>
          </p:cNvCxnSpPr>
          <p:nvPr/>
        </p:nvCxnSpPr>
        <p:spPr>
          <a:xfrm flipH="1">
            <a:off x="6084979" y="4291052"/>
            <a:ext cx="11021" cy="2144038"/>
          </a:xfrm>
          <a:prstGeom prst="line">
            <a:avLst/>
          </a:prstGeom>
          <a:ln w="508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F2AEA0FB-EC6D-27C4-99CB-983EFB45E84B}"/>
              </a:ext>
            </a:extLst>
          </p:cNvPr>
          <p:cNvCxnSpPr>
            <a:cxnSpLocks/>
            <a:stCxn id="83" idx="3"/>
          </p:cNvCxnSpPr>
          <p:nvPr/>
        </p:nvCxnSpPr>
        <p:spPr>
          <a:xfrm flipV="1">
            <a:off x="5486674" y="6112189"/>
            <a:ext cx="578847" cy="1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8A2DA409-C2F1-6D7A-A442-6C1342772BCD}"/>
              </a:ext>
            </a:extLst>
          </p:cNvPr>
          <p:cNvSpPr/>
          <p:nvPr/>
        </p:nvSpPr>
        <p:spPr>
          <a:xfrm>
            <a:off x="6671689" y="5678863"/>
            <a:ext cx="1348734" cy="921475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53FB4885-FEAC-208F-C62F-E4C4EADF342B}"/>
              </a:ext>
            </a:extLst>
          </p:cNvPr>
          <p:cNvCxnSpPr>
            <a:cxnSpLocks/>
            <a:endCxn id="89" idx="1"/>
          </p:cNvCxnSpPr>
          <p:nvPr/>
        </p:nvCxnSpPr>
        <p:spPr>
          <a:xfrm>
            <a:off x="6096000" y="6139601"/>
            <a:ext cx="575689" cy="0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2DF5D885-130A-03EB-7FA6-169391352B2E}"/>
              </a:ext>
            </a:extLst>
          </p:cNvPr>
          <p:cNvSpPr txBox="1"/>
          <p:nvPr/>
        </p:nvSpPr>
        <p:spPr>
          <a:xfrm>
            <a:off x="7068832" y="5691319"/>
            <a:ext cx="4347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/>
              <a:t>mcs</a:t>
            </a:r>
            <a:endParaRPr lang="en-US" sz="1200" dirty="0"/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A65DDADC-F9A5-9E01-34E8-C4BC87D82C67}"/>
              </a:ext>
            </a:extLst>
          </p:cNvPr>
          <p:cNvCxnSpPr>
            <a:cxnSpLocks/>
            <a:stCxn id="50" idx="2"/>
          </p:cNvCxnSpPr>
          <p:nvPr/>
        </p:nvCxnSpPr>
        <p:spPr>
          <a:xfrm flipH="1">
            <a:off x="6115458" y="4314687"/>
            <a:ext cx="3557697" cy="473750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FB60C9BF-CDA4-B1D4-C9C7-D39957FC34B0}"/>
              </a:ext>
            </a:extLst>
          </p:cNvPr>
          <p:cNvCxnSpPr>
            <a:cxnSpLocks/>
            <a:stCxn id="2" idx="4"/>
            <a:endCxn id="129" idx="1"/>
          </p:cNvCxnSpPr>
          <p:nvPr/>
        </p:nvCxnSpPr>
        <p:spPr>
          <a:xfrm flipH="1">
            <a:off x="5728275" y="3484150"/>
            <a:ext cx="337247" cy="526657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59651429-EBBE-CD63-BC5C-225A79181776}"/>
              </a:ext>
            </a:extLst>
          </p:cNvPr>
          <p:cNvCxnSpPr>
            <a:cxnSpLocks/>
            <a:stCxn id="129" idx="1"/>
          </p:cNvCxnSpPr>
          <p:nvPr/>
        </p:nvCxnSpPr>
        <p:spPr>
          <a:xfrm>
            <a:off x="5728275" y="4010807"/>
            <a:ext cx="347395" cy="561381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CF7836A9-68E7-AD9F-9B43-1761CB1A5697}"/>
              </a:ext>
            </a:extLst>
          </p:cNvPr>
          <p:cNvCxnSpPr>
            <a:cxnSpLocks/>
            <a:endCxn id="56" idx="4"/>
          </p:cNvCxnSpPr>
          <p:nvPr/>
        </p:nvCxnSpPr>
        <p:spPr>
          <a:xfrm flipH="1" flipV="1">
            <a:off x="3087388" y="4799723"/>
            <a:ext cx="2997591" cy="134412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8AD7183B-1D2E-5DA7-123F-B8D755E20618}"/>
              </a:ext>
            </a:extLst>
          </p:cNvPr>
          <p:cNvCxnSpPr>
            <a:cxnSpLocks/>
            <a:endCxn id="50" idx="0"/>
          </p:cNvCxnSpPr>
          <p:nvPr/>
        </p:nvCxnSpPr>
        <p:spPr>
          <a:xfrm>
            <a:off x="9673155" y="3030990"/>
            <a:ext cx="0" cy="36222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0DADF6F8-188A-5DFB-03E8-41FAF5E8C907}"/>
              </a:ext>
            </a:extLst>
          </p:cNvPr>
          <p:cNvCxnSpPr>
            <a:cxnSpLocks/>
            <a:endCxn id="43" idx="1"/>
          </p:cNvCxnSpPr>
          <p:nvPr/>
        </p:nvCxnSpPr>
        <p:spPr>
          <a:xfrm flipV="1">
            <a:off x="422910" y="2779028"/>
            <a:ext cx="521027" cy="1957672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4590B88D-4A32-31D1-FB9D-0D894E288723}"/>
              </a:ext>
            </a:extLst>
          </p:cNvPr>
          <p:cNvCxnSpPr>
            <a:cxnSpLocks/>
          </p:cNvCxnSpPr>
          <p:nvPr/>
        </p:nvCxnSpPr>
        <p:spPr>
          <a:xfrm>
            <a:off x="422910" y="4730638"/>
            <a:ext cx="5662069" cy="607172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EDB9EFD6-BC75-A9B2-DEDB-9590B4A428C1}"/>
              </a:ext>
            </a:extLst>
          </p:cNvPr>
          <p:cNvCxnSpPr>
            <a:cxnSpLocks/>
          </p:cNvCxnSpPr>
          <p:nvPr/>
        </p:nvCxnSpPr>
        <p:spPr>
          <a:xfrm>
            <a:off x="10223657" y="1707286"/>
            <a:ext cx="1432682" cy="815656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9917FCE8-3A87-C4A5-B6CD-E8ECF967B301}"/>
              </a:ext>
            </a:extLst>
          </p:cNvPr>
          <p:cNvCxnSpPr>
            <a:cxnSpLocks/>
          </p:cNvCxnSpPr>
          <p:nvPr/>
        </p:nvCxnSpPr>
        <p:spPr>
          <a:xfrm>
            <a:off x="11656339" y="2506905"/>
            <a:ext cx="0" cy="2843674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ACEB79FE-ED5C-CF92-949A-F15F6ECF8321}"/>
              </a:ext>
            </a:extLst>
          </p:cNvPr>
          <p:cNvCxnSpPr>
            <a:cxnSpLocks/>
          </p:cNvCxnSpPr>
          <p:nvPr/>
        </p:nvCxnSpPr>
        <p:spPr>
          <a:xfrm flipH="1">
            <a:off x="6096000" y="5332699"/>
            <a:ext cx="5560339" cy="199421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F54AA42E-FADB-9449-E9F4-70A80463FE68}"/>
              </a:ext>
            </a:extLst>
          </p:cNvPr>
          <p:cNvSpPr txBox="1"/>
          <p:nvPr/>
        </p:nvSpPr>
        <p:spPr>
          <a:xfrm>
            <a:off x="10306413" y="1547644"/>
            <a:ext cx="8588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.3 network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EC08B7BE-5D12-7A04-F5F6-C7374A5E39A4}"/>
              </a:ext>
            </a:extLst>
          </p:cNvPr>
          <p:cNvSpPr txBox="1"/>
          <p:nvPr/>
        </p:nvSpPr>
        <p:spPr>
          <a:xfrm>
            <a:off x="148751" y="2681700"/>
            <a:ext cx="8588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.3 network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A7E57BA0-D0BC-8B41-8695-BBD17DD48B77}"/>
              </a:ext>
            </a:extLst>
          </p:cNvPr>
          <p:cNvSpPr txBox="1"/>
          <p:nvPr/>
        </p:nvSpPr>
        <p:spPr>
          <a:xfrm>
            <a:off x="5728275" y="3872307"/>
            <a:ext cx="8588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.3 network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79F3B845-33E6-FA9B-6080-D5416020882D}"/>
              </a:ext>
            </a:extLst>
          </p:cNvPr>
          <p:cNvSpPr txBox="1"/>
          <p:nvPr/>
        </p:nvSpPr>
        <p:spPr>
          <a:xfrm>
            <a:off x="9488633" y="4329063"/>
            <a:ext cx="8588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.3 network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FF7C2655-ED2D-F35D-D4F1-4593F8475EB3}"/>
              </a:ext>
            </a:extLst>
          </p:cNvPr>
          <p:cNvSpPr txBox="1"/>
          <p:nvPr/>
        </p:nvSpPr>
        <p:spPr>
          <a:xfrm>
            <a:off x="9697383" y="3091155"/>
            <a:ext cx="8588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.4 network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A095C6FA-5D74-DA44-6C60-E58EF5A59177}"/>
              </a:ext>
            </a:extLst>
          </p:cNvPr>
          <p:cNvSpPr txBox="1"/>
          <p:nvPr/>
        </p:nvSpPr>
        <p:spPr>
          <a:xfrm>
            <a:off x="2232446" y="2476466"/>
            <a:ext cx="8588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.4 network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EF7E24BC-9EB9-0337-1448-C33C76089FF9}"/>
              </a:ext>
            </a:extLst>
          </p:cNvPr>
          <p:cNvSpPr txBox="1"/>
          <p:nvPr/>
        </p:nvSpPr>
        <p:spPr>
          <a:xfrm>
            <a:off x="3566098" y="888538"/>
            <a:ext cx="8588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.4 network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E436EBF8-A4BE-D53A-2C58-87C46E2A74F2}"/>
              </a:ext>
            </a:extLst>
          </p:cNvPr>
          <p:cNvSpPr txBox="1"/>
          <p:nvPr/>
        </p:nvSpPr>
        <p:spPr>
          <a:xfrm>
            <a:off x="7689338" y="1014316"/>
            <a:ext cx="8588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.4 network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9AD087D6-1616-4FA0-F6D1-D3D8EF7D4021}"/>
              </a:ext>
            </a:extLst>
          </p:cNvPr>
          <p:cNvSpPr txBox="1"/>
          <p:nvPr/>
        </p:nvSpPr>
        <p:spPr>
          <a:xfrm>
            <a:off x="5728108" y="6498486"/>
            <a:ext cx="7665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Mon TRD</a:t>
            </a:r>
          </a:p>
        </p:txBody>
      </p:sp>
    </p:spTree>
    <p:extLst>
      <p:ext uri="{BB962C8B-B14F-4D97-AF65-F5344CB8AC3E}">
        <p14:creationId xmlns:p14="http://schemas.microsoft.com/office/powerpoint/2010/main" val="18313244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14c8150c-bc7e-4d77-82d5-2d0905f0cd74}" enabled="1" method="Standard" siteId="{2638f43e-f77d-4fc7-ab92-7b753b7876f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4778</TotalTime>
  <Words>35</Words>
  <Application>Microsoft Office PowerPoint</Application>
  <PresentationFormat>Widescreen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Ford, Steven</dc:creator>
  <cp:lastModifiedBy>Ford, Steven</cp:lastModifiedBy>
  <cp:revision>9</cp:revision>
  <dcterms:created xsi:type="dcterms:W3CDTF">2022-05-06T20:21:57Z</dcterms:created>
  <dcterms:modified xsi:type="dcterms:W3CDTF">2026-10-26T21:15:21Z</dcterms:modified>
</cp:coreProperties>
</file>